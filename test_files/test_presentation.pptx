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Tech Inc.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Series B Investment Pitch Deck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banks face challenges:</a:t>
            </a:r>
          </a:p>
          <a:p>
            <a:r>
              <a:t>• High operational costs for customer onboarding</a:t>
            </a:r>
          </a:p>
          <a:p>
            <a:r>
              <a:t>• Manual risk assessment takes 3-5 days</a:t>
            </a:r>
          </a:p>
          <a:p>
            <a:r>
              <a:t>• Customer churn rate up to 40% annually</a:t>
            </a:r>
          </a:p>
          <a:p>
            <a:r>
              <a:t>• Compliance costs increasing 20% per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Banking Platform:</a:t>
            </a:r>
          </a:p>
          <a:p>
            <a:r>
              <a:t>• Automated KYC in 2 minutes</a:t>
            </a:r>
          </a:p>
          <a:p>
            <a:r>
              <a:t>• Real-time risk scoring</a:t>
            </a:r>
          </a:p>
          <a:p>
            <a:r>
              <a:t>• Smart customer retention system</a:t>
            </a:r>
          </a:p>
          <a:p>
            <a:r>
              <a:t>• Built-in compliance monitoring</a:t>
            </a:r>
          </a:p>
          <a:p>
            <a:r>
              <a:t>• 60% cost reduction for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TAM: $50B (Global banking software)</a:t>
            </a:r>
          </a:p>
          <a:p>
            <a:r>
              <a:t>• SAM: $8B (APAC region)</a:t>
            </a:r>
          </a:p>
          <a:p>
            <a:r>
              <a:t>• SOM: $500M (Target segment)</a:t>
            </a:r>
          </a:p>
          <a:p>
            <a:r>
              <a:t>• Growth rate: 25% CAGR</a:t>
            </a:r>
          </a:p>
          <a:p>
            <a:r>
              <a:t>• 500+ potential enterprise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B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Seeking: $30M Series B</a:t>
            </a:r>
          </a:p>
          <a:p/>
          <a:p>
            <a:r>
              <a:t>Use of Funds:</a:t>
            </a:r>
          </a:p>
          <a:p>
            <a:r>
              <a:t>• 40% R&amp;D and product development</a:t>
            </a:r>
          </a:p>
          <a:p>
            <a:r>
              <a:t>• 30% Market expansion</a:t>
            </a:r>
          </a:p>
          <a:p>
            <a:r>
              <a:t>• 20% Key hires</a:t>
            </a:r>
          </a:p>
          <a:p>
            <a:r>
              <a:t>• 10% Working capital</a:t>
            </a:r>
          </a:p>
          <a:p/>
          <a:p>
            <a:r>
              <a:t>Contact: investor@testtech.com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